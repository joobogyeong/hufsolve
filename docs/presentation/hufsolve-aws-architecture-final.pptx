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2E0361-AB65-BBE8-1D9C-120B89E32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89BB5C3-FC2F-707E-96F5-C507D3EF8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11F150-8D2D-D9D9-6E18-360317F1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51C2B4-B150-9E28-9FF3-BEE87B891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4648DE-109A-C90F-B5F6-43C9C13E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84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9159F0-F2D7-8338-51A3-892280C6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28F1F0-A3AE-2849-4FC3-8A140DE1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C4A953-8219-9DCC-029D-94F53771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163C68-18B1-3F16-AE79-2DB715DD8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3A662-A23F-3F36-9419-6BCD43AD3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0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21621-110C-74C6-11A6-708DC8794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AEB4DA1-5D7A-38A6-E715-BE77D6431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B97910-A2DC-1126-8FCC-CBD0478F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324F1B-960F-C8DE-C99A-89C7E6F2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637B58-F2F2-A202-F213-E32E8D70E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0426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8CA08-B417-5000-19F1-6FBDE531A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3DE15-D154-6D7C-BFCE-26F390661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6598DBC-3B50-C180-9D26-1DEDADD62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AF4316-A77E-62AF-9D37-90F1B10E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A03676-0E9D-0A2F-AFEE-ECC4078C7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8D45E85-E40C-B4F7-DC24-7D9B48029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79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FAA3A3-3E4F-7FDF-57E7-14F5992B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642126-DE47-8CD8-D026-E47263C6B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A1CB14-D811-79CB-EBA0-A3E87CD6D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7D18DA7-FA9A-90E2-1C37-ABB43714F0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4B57E93-910A-2868-F76A-BFA457EAF7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EFA0E97-CF77-5493-2B55-5DBCA0368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02BE91E-DD08-6262-C132-729E0F37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4D75E09-5372-F24C-05BB-2B315733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4923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6F226-908C-69C9-C123-4B266C760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460B505-4BA3-51C5-1D50-B4369DD64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518C8B-91E2-57C2-9ED0-1092DDA86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F1AA7F-1880-F4D3-78E1-2302A93E5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768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972C465-0F1D-AEDC-2A9D-AAB8B37BA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AF9163B-5529-8B26-965C-D6B02FFC1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EDA03A-C56E-A85C-97F8-0A07B4B38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9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42292-F822-817F-2C58-3DFF366AD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8AC38E-1EDB-81C2-0B53-3E6A816B2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330847-B77D-F34A-45D6-F8A4052DC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D9B877-4821-0C74-7386-75040B554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7FA9B7-F4C7-2C81-95E6-EABB1E0E2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7F4EAA-36E2-D012-BB83-E888E6E2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20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E70D5E-047B-9E45-E78F-B8CE9A59C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A40CBBC-DB19-3049-E20E-81CCA8CCC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78D6CC-3927-49E3-56AB-C5BC6AED4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4A45E8-54A4-50F0-384A-07829F889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71A4B7-4A30-0992-9B4F-C6200D54F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4848DA-03D4-0D68-F082-5FECD0B5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76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1A696-532A-16B9-74A4-4EB9B6868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BED7F57-7236-0EF8-62FF-D75121390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2271A1-C84C-C4B6-5C26-40E8FF9D1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65096C-5E65-1CB2-748C-E5C8C0A9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59ABC3-BDF0-95B5-E719-A5998AF06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962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24D5403-28B5-9513-C424-46849AB114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CC5D8F7-98CF-C777-FCB8-39454A753D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441B77-B15E-ACF5-098E-EF7C2EC6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C8A25A-7121-D045-E021-F77E3879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10FB04-7568-843A-90E0-A610883E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3616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270FB9-3328-A3FE-0569-12E287A38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26A9C0-DD92-09F2-B4F9-868A0DABF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68B0B8-F0DF-C47A-D26F-3115594DCF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3D860C-70C5-4E05-9EE2-BF3B0B0D3DA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E2C27A-34B3-BE83-85BF-D45195BE48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171F0-54EE-131A-543E-0451231B2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B26587-953B-4A1F-BF69-95908463C9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707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DF99B5CD-CABD-1A1B-5918-FE3D6F75DDF2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510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주보경</dc:creator>
  <cp:lastModifiedBy>주보경</cp:lastModifiedBy>
  <cp:revision>1</cp:revision>
  <dcterms:created xsi:type="dcterms:W3CDTF">2026-06-11T09:13:29Z</dcterms:created>
  <dcterms:modified xsi:type="dcterms:W3CDTF">2026-06-11T09:13:29Z</dcterms:modified>
</cp:coreProperties>
</file>